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🎓 CourseCraft AI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t>Intelligent Python Course Generator Platform</a:t>
            </a:r>
          </a:p>
          <a:p>
            <a:br/>
            <a:pPr algn="ctr">
              <a:defRPr sz="1600">
                <a:solidFill>
                  <a:srgbClr val="A855F7"/>
                </a:solidFill>
              </a:defRPr>
            </a:pPr>
            <a:r>
              <a:t>SYIT College Final Project Presentation</a:t>
            </a:r>
          </a:p>
          <a:p>
            <a:br/>
            <a:pPr algn="ctr">
              <a:defRPr sz="1400">
                <a:solidFill>
                  <a:srgbClr val="94A3B8"/>
                </a:solidFill>
              </a:defRPr>
            </a:pPr>
            <a:r>
              <a:t>Presented by: Munim Gupta  |  Technology: Python, Flask, SQLite/PostgreSQL, Web Engine</a:t>
            </a:r>
          </a:p>
          <a:p>
            <a:pPr algn="ctr">
              <a:defRPr sz="1300">
                <a:solidFill>
                  <a:srgbClr val="06B6D4"/>
                </a:solidFill>
              </a:defRPr>
            </a:pPr>
            <a:r>
              <a:t>Live App: course-craft-ai-xlxe.onrender.com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COURSE CRAFT AI • SYIT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Proposed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❌ The Problem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Traditional course creation takes days of manual content curation.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Static online learning materials fail to adapt to individual student skill levels.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Lack of structured practical labs, sample code, and hands-on capstone projects.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Difficulty for learners to export customized curricula for offline study.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💡 CourseCraft AI Solution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Automated AI Course Synthesis Engine generates custom curricula in seconds.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Supports dynamic filtering by Skill Level (Beginner to Advanced) &amp; Duration.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Generates multi-section theoretical lessons, industry context, pro-tips &amp; code.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Includes step-by-step terminal labs and evaluation-ready capstone projects.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• One-click export to Markdown (.md) and JSON for seamless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COURSE CRAFT AI • SYIT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Features &amp; Core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47288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🔐 Auth System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User registration, secure login with Werkzeug PBKDF2 hashing, session management, and admin role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47288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🤖 AI Course Engine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Generates full structured courses based on Topic, Category, Modules, Skill Level, and Custom Focus.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47288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💻 Production Code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Every module includes production-ready code with type annotations, defensive checks, and logging.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447288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🧪 Hands-On Labs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Terminal step-by-step practical exercises &amp; comprehensive final capstone project rubrics.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14800"/>
            <a:ext cx="3447288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📄 Multi-Export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Export generated courses instantly into formatted Markdown (.md) study guides or JSON data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47288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🎨 Glassmorphism UI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Modern UI with dark mode, responsive cards, and an interactive 60fps HTML5 Canvas particle background.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COURSE CRAFT AI • SYIT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Technology Stack &amp; Frameworks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Backend &amp; Logic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Python 3.14 (Core Runtime)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Flask 3.0 (Web Framework &amp; Routing)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Werkzeug (Security &amp; Password Hashing)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Gunicorn (Production WSGI Server)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28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Database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Dual Database Layer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SQLite3 (Local Development Storage)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PostgreSQL (Cloud Production Database)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psycopg2 (PostgreSQL Driver)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Frontend &amp; UI Design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HTML5 &amp; Semantic Page Structure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Vanilla CSS3 (Glassmorphism &amp; Flexbox/Grid)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JavaScript ES6+ (Interactive Logic &amp; API)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HTML5 Canvas (60fps Interactive Particles)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114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Deployment &amp; Libraries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Render.com (Live Cloud Hosting)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Marked.js (Markdown Rendering)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FontAwesome 6 (Vector Icons)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Render.yaml (Infrastructure as Code)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COURSE CRAFT AI • SYIT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 &amp; Processing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950415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1. User Request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User inputs Topic, Skill Level, Duration &amp; Modules in Generator Wizard.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11680"/>
            <a:ext cx="1950415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2. Flask Routing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App processes form request, verifies authentication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011680"/>
            <a:ext cx="1950415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3. Synthesis Engine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course_generator.py synthesizes lessons, labs, code &amp; capstone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9" y="2011680"/>
            <a:ext cx="1950415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4. Dual DB Save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Database layer stores course JSON structured data linked to User 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011680"/>
            <a:ext cx="1950415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5. Learning Studio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Jinja2 renders interactive studio view with Markdown formatting.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COURSE CRAFT AI • SYIT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Database Schema (SQLite3 / PostgreSQL Dual Model)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👤 Users Table Schema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id: INTEGER / SERIAL (Primary Key)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username: VARCHAR(255) (Unique, Not Null)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email: VARCHAR(255) (Unique, Not Null)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password_hash: TEXT (PBKDF2 Hash)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is_admin: INTEGER (0 = User, 1 = Admin)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created_at: TIMESTAMP (Default Current)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📚 Courses Table Schema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id: INTEGER / SERIAL (Primary Key)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user_id: INTEGER (Foreign Key -&gt; users.id)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title: VARCHAR(255) (Course Title)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description: TEXT (Course Overview)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category, level, duration: VARCHAR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modules_data: TEXT (JSON Structured Data)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🔹 created_at: TIMESTAMP (Creation Date)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COURSE CRAFT AI • SYIT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Project Modules &amp; File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📄 app.py</a:t>
            </a:r>
          </a:p>
          <a:p>
            <a:pPr>
              <a:spcBef>
                <a:spcPts val="200"/>
              </a:spcBef>
              <a:defRPr sz="1200" b="1">
                <a:solidFill>
                  <a:srgbClr val="94A3B8"/>
                </a:solidFill>
              </a:defRPr>
            </a:pPr>
            <a:r>
              <a:t>Flask Application Controller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Handles application setup, routing, authentication authorization check, user dashboard views, and export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28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📄 course_generator.py</a:t>
            </a:r>
          </a:p>
          <a:p>
            <a:pPr>
              <a:spcBef>
                <a:spcPts val="200"/>
              </a:spcBef>
              <a:defRPr sz="1200" b="1">
                <a:solidFill>
                  <a:srgbClr val="94A3B8"/>
                </a:solidFill>
              </a:defRPr>
            </a:pPr>
            <a:r>
              <a:t>AI Synthesis Engine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Modular generation logic that dynamically synthesizes complete course JSON, lessons, code walkthroughs, labs, and capstones.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📄 database.py</a:t>
            </a:r>
          </a:p>
          <a:p>
            <a:pPr>
              <a:spcBef>
                <a:spcPts val="200"/>
              </a:spcBef>
              <a:defRPr sz="1200" b="1">
                <a:solidFill>
                  <a:srgbClr val="94A3B8"/>
                </a:solidFill>
              </a:defRPr>
            </a:pPr>
            <a:r>
              <a:t>Dual-Database Adapter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Abstraction layer supporting both SQLite3 (local) and PostgreSQL (cloud). Handles password hashing &amp; query adaptation.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114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📄 static/ &amp; templates/</a:t>
            </a:r>
          </a:p>
          <a:p>
            <a:pPr>
              <a:spcBef>
                <a:spcPts val="200"/>
              </a:spcBef>
              <a:defRPr sz="1200" b="1">
                <a:solidFill>
                  <a:srgbClr val="94A3B8"/>
                </a:solidFill>
              </a:defRPr>
            </a:pPr>
            <a:r>
              <a:t>Glassmorphism UI Engine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Jinja2 templates (base, dashboard, studio) paired with custom CSS glassmorphism styles and 60fps Canvas particle network.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COURSE CRAFT AI • SYIT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Production Cloud Deployment &amp; Live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☁️ Render Cloud Deployment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Infrastructure configured via render.yaml (Infrastructure as Code).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WSGI Server: Gunicorn production process manager.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Automatic database switching between local SQLite3 and production PostgreSQL.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SSL/TLS Encryption (HTTPS) enabled out of the 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🌐 Live Demo Information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Live Application URL:</a:t>
            </a:r>
          </a:p>
          <a:p>
            <a:pPr>
              <a:spcBef>
                <a:spcPts val="400"/>
              </a:spcBef>
              <a:defRPr sz="1400" b="1">
                <a:solidFill>
                  <a:srgbClr val="06B6D4"/>
                </a:solidFill>
              </a:defRPr>
            </a:pPr>
            <a:r>
              <a:t>course-craft-ai-xlxe.onrender.com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GitHub Repository:</a:t>
            </a:r>
          </a:p>
          <a:p>
            <a:pPr>
              <a:spcBef>
                <a:spcPts val="400"/>
              </a:spcBef>
              <a:defRPr sz="1400" b="1">
                <a:solidFill>
                  <a:srgbClr val="A855F7"/>
                </a:solidFill>
              </a:defRPr>
            </a:pPr>
            <a:r>
              <a:t>github.com/Munim-Gupta/Course-Craft-Ai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COURSE CRAFT AI • SYIT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Future Enhancements &amp;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🤖 LLM API Integration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Connect with OpenAI GPT-4 / Google Gemini API for real-time generative AI course content expansion.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28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📊 Student Analytics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Track course completion progress, interactive quiz scores, and student learning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📑 PDF &amp; EPUB Export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Extend export engine to support stylized PDF e-books and EPUB digital readers.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114800"/>
            <a:ext cx="5266944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🏆 Quiz &amp; Certification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Auto-generate module quizzes and automated certificates of achievement upon completion.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Thank You! 🙏</a:t>
            </a:r>
          </a:p>
          <a:p>
            <a:pPr algn="ctr">
              <a:defRPr sz="2400" b="1">
                <a:solidFill>
                  <a:srgbClr val="F8FAFC"/>
                </a:solidFill>
              </a:defRPr>
            </a:pPr>
            <a:r>
              <a:t>Questions &amp; Answers Session</a:t>
            </a:r>
          </a:p>
          <a:p>
            <a:br/>
            <a:pPr algn="ctr">
              <a:defRPr sz="1600">
                <a:solidFill>
                  <a:srgbClr val="A855F7"/>
                </a:solidFill>
              </a:defRPr>
            </a:pPr>
            <a:r>
              <a:t>CourseCraft AI — SYIT Project Presentation</a:t>
            </a:r>
          </a:p>
          <a:p>
            <a:br/>
            <a:pPr algn="ctr">
              <a:defRPr sz="1400">
                <a:solidFill>
                  <a:srgbClr val="94A3B8"/>
                </a:solidFill>
              </a:defRPr>
            </a:pPr>
            <a:r>
              <a:t>Student: Munim Gupta  |  Live App: https://course-craft-ai-xlxe.onrender.com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